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B593-CEF6-1D26-5043-EFA4FBBAD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B4F685-3134-1E90-1C23-EBF1EA5090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7D75F-FC4E-8AE7-BFE8-3C21829EB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DABC-E274-4308-B9C8-59DDE114567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2C98D-812A-4091-F05F-1A0B137E8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88FD1-1F1B-38D4-9729-25A9ADC73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FC11-42FE-477B-A4E6-54CEABCA3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65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EA1F5-1501-D80B-56ED-DD1460821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DB55F-7743-E66A-169C-E9797B166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82963-1FBB-2CBD-7714-5C1165BD9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DABC-E274-4308-B9C8-59DDE114567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0533C-8E68-185B-1F48-FC2B346E7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D0364-AE53-8299-8FA5-40CBD06E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FC11-42FE-477B-A4E6-54CEABCA3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990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8502A-8786-4184-EC3F-072D2A39F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DADD1-43B2-9A82-4762-ED82F68B8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0DECD-2873-B8D6-7C36-038278FE1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DABC-E274-4308-B9C8-59DDE114567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DB661-492B-29CF-34C1-AAC65DCCD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54492-2689-7907-4258-3EA25F1CC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FC11-42FE-477B-A4E6-54CEABCA3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69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AA433-4E50-67F5-A15C-F7AA1431C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38D3B-6941-52EC-6902-A6C974B841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3B6004-0F39-0908-2B18-4590EA665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EB206-D8E7-B6B0-42B9-B166F5F0B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DABC-E274-4308-B9C8-59DDE114567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FE1D9-A9B3-81DF-53D2-7FD2EC13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8D249-89C1-F832-4A66-C04842140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FC11-42FE-477B-A4E6-54CEABCA3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757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EF4B2-EA96-97FE-7E7B-06530E5AC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A092B-0297-DFFB-D32D-A37D46B27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A4DCB6-B0B9-403A-0A25-FB99F419F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E39310-DA5B-567B-8689-FD0AE87A0A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AE50CB-DF1D-B87E-EA12-8F6970DC7C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A734B-6C9B-8EDF-4C98-64991D20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DABC-E274-4308-B9C8-59DDE114567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0EF33C-BA0F-F44B-9B04-9FB3B3B83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136B64-EF8B-FA9E-B7B5-4E97DC38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FC11-42FE-477B-A4E6-54CEABCA3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125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FA9D7-F8E5-9F00-14D6-F091FF368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06E412-F0EC-4965-3A2F-BAC570C61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DABC-E274-4308-B9C8-59DDE114567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E3CA15-55B9-97F0-7BC3-417737450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A3957D-B775-1D4B-ADEB-3B322E91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FC11-42FE-477B-A4E6-54CEABCA3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089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CA1DCA-C39C-B1DC-53D8-3E06A9F57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DABC-E274-4308-B9C8-59DDE114567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73FA04-D9A3-2392-FC3C-26C3DCB88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1614D-F188-1AA2-5AF7-CAEA6991B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FC11-42FE-477B-A4E6-54CEABCA3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9B6F0-2429-DFA2-A5F1-0A06D1B51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A62E4-981B-0651-6A42-D5BE05694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4136B8-D7FA-B176-9395-6BBB2045A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FC8E5-174B-A923-9A1D-37317EE19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DABC-E274-4308-B9C8-59DDE114567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E0CAF-E926-C3AF-3409-17694D1FE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EE8C0-FC4F-C8E9-9BF8-64FFE13F2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FC11-42FE-477B-A4E6-54CEABCA3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345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7F26D-DE22-0F13-F68A-4E186ED80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C3B269-8CED-9ADC-BA76-C542847F9E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DDA8E8-C290-A35A-2A4A-E0D40849A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667F83-8C08-4B01-99D2-D9781C9AB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DABC-E274-4308-B9C8-59DDE114567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9B707-1FC6-2581-75EF-CA86E7D58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8D161-0929-1F0E-36FC-C747F3E1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FC11-42FE-477B-A4E6-54CEABCA3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240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5E0F2-CC95-1885-3013-3804C5FA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654EEB-3159-9219-E114-F76F55BEE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54F3C-B2E7-5589-BE61-EC32B04EF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DABC-E274-4308-B9C8-59DDE114567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EC16E-CB22-650A-6566-25F82E528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D1C63-5C52-36D1-3D2B-D22169EB0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FC11-42FE-477B-A4E6-54CEABCA3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02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61BC38-0418-C843-FDEC-EEE016124F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BD00FB-0E67-2943-98D6-6A424F3E3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6FB5E-1141-B06F-245A-33307A7E9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DABC-E274-4308-B9C8-59DDE114567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8319A-1A88-9D3B-FF39-A95E0EF72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D93AA-80D2-960E-30EE-13E6B3B8E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FC11-42FE-477B-A4E6-54CEABCA3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689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A8B968-4365-1879-76EE-DB14A4404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7B9417-D297-55A9-CEA0-DA7D8B0F3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9F3C5-064B-BDAF-3D88-746CAF5708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62DABC-E274-4308-B9C8-59DDE114567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6635E-445F-4E66-0B25-807853118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9DD78-9454-728C-0AA9-3E6B339BB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1FC11-42FE-477B-A4E6-54CEABCA3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775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63ED-F260-D9CA-95B2-A329ED2DE3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D168DA-5F9E-7CFA-C275-DBC9BFB2B8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A6B3E6-1B0C-49FF-7324-8C78450CE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541D0D35-DC13-38DD-0F7D-2BDF61E72593}"/>
              </a:ext>
            </a:extLst>
          </p:cNvPr>
          <p:cNvSpPr/>
          <p:nvPr/>
        </p:nvSpPr>
        <p:spPr>
          <a:xfrm>
            <a:off x="3483864" y="1122363"/>
            <a:ext cx="1947672" cy="999045"/>
          </a:xfrm>
          <a:prstGeom prst="wedgeRoundRectCallout">
            <a:avLst>
              <a:gd name="adj1" fmla="val -94195"/>
              <a:gd name="adj2" fmla="val -83403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Use the lock icon to lock or unlock the input fields for editing</a:t>
            </a:r>
          </a:p>
        </p:txBody>
      </p:sp>
    </p:spTree>
    <p:extLst>
      <p:ext uri="{BB962C8B-B14F-4D97-AF65-F5344CB8AC3E}">
        <p14:creationId xmlns:p14="http://schemas.microsoft.com/office/powerpoint/2010/main" val="2464234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vanshika y</dc:creator>
  <cp:lastModifiedBy>vanshika y</cp:lastModifiedBy>
  <cp:revision>1</cp:revision>
  <dcterms:created xsi:type="dcterms:W3CDTF">2026-09-05T16:52:00Z</dcterms:created>
  <dcterms:modified xsi:type="dcterms:W3CDTF">2026-09-05T16:52:56Z</dcterms:modified>
</cp:coreProperties>
</file>