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39B4-9C61-7857-8E0C-0CC5D24D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F330-9DC2-6F9B-BA6F-8B53A00F4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C2FDD-0EA8-05DC-4FC0-89FC02EF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0C1BC-FD58-E104-F9CA-3609CD34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D5EF-C277-1CA7-B2DF-A0E0D55D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1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242B-0352-D95A-BFE7-52D086FE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DC7A-0853-1D3E-32C3-0BAAC01F1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22666-457A-2CB1-5514-6C30539C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6D7DF-48A2-AFAC-BEB0-41B5B935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1DF1F-C696-82CB-41A3-FBFE3D50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4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03C2-E284-E3BB-51A5-3912ECC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C8D9F-A645-773C-022B-039C91C9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7FA4-A134-9835-842F-C229122D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B43A0-ED9E-DBAF-8D9C-D7265C81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833-A030-47D8-837B-C3444247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9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6D16-3F67-8FC1-547E-1B57A045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88D3-882D-492A-0401-59043B76C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17690-C2FC-EC7C-45A8-6559B8DDA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07ECC-0D0E-5AA3-73C1-328DF709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5C152-8F7C-5597-AC9D-77D5B13A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2C7C-4B8D-1C9B-8744-C97F641B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2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2368-ED3A-C855-5FBC-1618571F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3C936-4A98-6E09-7D4F-DF8B7FBA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88053-C2BF-C225-3BF5-A0389F78D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9C8FF-27B1-EFF4-9CD8-F0E85B594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B884F-DE38-711D-4123-C428FEAC4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66FC9-E591-79A1-B352-D36364E2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7AFC4-E606-A29B-EE81-C9910262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A5C21-E90C-111C-F30A-615F594A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12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5CBE-0446-8058-173E-EBBC33FC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218E5-EEC5-9AC7-352E-DB1DD4F4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E5F67-A858-4183-1726-D060901C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4A84C-08D0-0DEA-E0F4-2BF20A3C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53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A2070-05BD-19C9-ADB9-85B620B0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49FCB-07A4-F677-26BB-9C736C57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5F1C3-0285-3843-3B25-4876B6C3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1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298A-1B78-EFD0-4F2F-6885A6F0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BB8C-C940-77FA-D837-FA8B183F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DC438-C90C-6288-B410-D301A6895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A7FA8-3E0E-0AF8-C992-5F3809A2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D50D2-C31E-A9B9-39F8-4EDDE306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EB03-AC9D-5413-A6C9-5E929C4E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23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D86C-0975-CE1D-9387-998FBF38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5449C-AFD7-2DA6-1908-B9DF8E719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203C-71AD-DFEC-A313-9441BB6DB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5B078-8978-4EFA-A3F1-2408254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AF32A-DBA8-9F19-DE42-E782A792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6E6A1-C332-B190-98AF-D861FC4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5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4095-4E2E-0FCE-1172-5C8EDD7E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064C3-4EF7-9597-CBC9-2970AAAA7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B7A4F-D221-3B26-0B14-C1C7B064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710D0-91E4-9404-9ACC-329EE09E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51928-9168-7621-FF91-E4C86FC4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0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8E12C-21AE-4A65-8F87-9CED4067B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567BE-4B63-FE0E-8E99-0D4E4F7DD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5251-94BC-7407-D929-B435B819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545D-8AEC-7559-78B6-8A1DF4D8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776C-0C37-4490-1D49-9D1B2305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42DDB-6589-EE3E-DC22-DD977B4B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26B62-0E36-6CE0-1EBD-4698156D2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902F8-0738-5C3A-A546-A9200E5A9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3087B-187A-4ABF-B379-92C8E1776D0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091A-F86B-22F6-2803-D403E395F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ED0C5-9E8D-CCB5-A911-AFBBD1985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0C279-5407-4D6E-8BA5-CAE28AD98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5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2071C-BD96-E89A-BC20-8F4018FC7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015A-1FC4-B575-EDFF-B194B67123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68F0D-A92C-2A67-1E8F-87F0655B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029DC1D-267F-D4E4-3854-F8EBC5339B56}"/>
              </a:ext>
            </a:extLst>
          </p:cNvPr>
          <p:cNvSpPr/>
          <p:nvPr/>
        </p:nvSpPr>
        <p:spPr>
          <a:xfrm>
            <a:off x="1091184" y="838899"/>
            <a:ext cx="1752600" cy="283464"/>
          </a:xfrm>
          <a:prstGeom prst="wedgeRoundRectCallout">
            <a:avLst>
              <a:gd name="adj1" fmla="val -89922"/>
              <a:gd name="adj2" fmla="val -71532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Enter Basic Inputs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926E8BE-198A-BC8F-BDCD-C9B014A7086A}"/>
              </a:ext>
            </a:extLst>
          </p:cNvPr>
          <p:cNvSpPr/>
          <p:nvPr/>
        </p:nvSpPr>
        <p:spPr>
          <a:xfrm>
            <a:off x="2843784" y="71978"/>
            <a:ext cx="2130552" cy="283464"/>
          </a:xfrm>
          <a:prstGeom prst="wedgeRoundRectCallout">
            <a:avLst>
              <a:gd name="adj1" fmla="val -105351"/>
              <a:gd name="adj2" fmla="val 9475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Enter Additional Inputs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4A7ADDA-2151-3EC1-7307-89A514702B06}"/>
              </a:ext>
            </a:extLst>
          </p:cNvPr>
          <p:cNvSpPr/>
          <p:nvPr/>
        </p:nvSpPr>
        <p:spPr>
          <a:xfrm>
            <a:off x="2948940" y="1224122"/>
            <a:ext cx="1426464" cy="253683"/>
          </a:xfrm>
          <a:prstGeom prst="wedgeRoundRectCallout">
            <a:avLst>
              <a:gd name="adj1" fmla="val -106731"/>
              <a:gd name="adj2" fmla="val 177843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Select Location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6417A27-85C5-3E0E-F71E-0E13AAEB151A}"/>
              </a:ext>
            </a:extLst>
          </p:cNvPr>
          <p:cNvSpPr/>
          <p:nvPr/>
        </p:nvSpPr>
        <p:spPr>
          <a:xfrm>
            <a:off x="2843784" y="3793268"/>
            <a:ext cx="960120" cy="253683"/>
          </a:xfrm>
          <a:prstGeom prst="wedgeRoundRectCallout">
            <a:avLst>
              <a:gd name="adj1" fmla="val 79167"/>
              <a:gd name="adj2" fmla="val 10935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Zoom In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1203DC0-28CB-D6B4-9470-00454F997120}"/>
              </a:ext>
            </a:extLst>
          </p:cNvPr>
          <p:cNvSpPr/>
          <p:nvPr/>
        </p:nvSpPr>
        <p:spPr>
          <a:xfrm>
            <a:off x="9619488" y="3748881"/>
            <a:ext cx="1042416" cy="253683"/>
          </a:xfrm>
          <a:prstGeom prst="wedgeRoundRectCallout">
            <a:avLst>
              <a:gd name="adj1" fmla="val 120207"/>
              <a:gd name="adj2" fmla="val 48082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Zoom Out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54ACDE62-54CA-7E1B-443A-993388D560C3}"/>
              </a:ext>
            </a:extLst>
          </p:cNvPr>
          <p:cNvSpPr/>
          <p:nvPr/>
        </p:nvSpPr>
        <p:spPr>
          <a:xfrm>
            <a:off x="9619488" y="4378643"/>
            <a:ext cx="1316736" cy="313389"/>
          </a:xfrm>
          <a:prstGeom prst="wedgeRoundRectCallout">
            <a:avLst>
              <a:gd name="adj1" fmla="val 84669"/>
              <a:gd name="adj2" fmla="val -6665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Fit/Reset View</a:t>
            </a:r>
          </a:p>
        </p:txBody>
      </p:sp>
    </p:spTree>
    <p:extLst>
      <p:ext uri="{BB962C8B-B14F-4D97-AF65-F5344CB8AC3E}">
        <p14:creationId xmlns:p14="http://schemas.microsoft.com/office/powerpoint/2010/main" val="3984456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y</dc:creator>
  <cp:lastModifiedBy>vanshika y</cp:lastModifiedBy>
  <cp:revision>2</cp:revision>
  <dcterms:created xsi:type="dcterms:W3CDTF">2026-08-23T13:34:10Z</dcterms:created>
  <dcterms:modified xsi:type="dcterms:W3CDTF">2026-08-28T14:57:56Z</dcterms:modified>
</cp:coreProperties>
</file>